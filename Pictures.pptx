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Nine by Five" charset="1" panose="00000400000000000000"/>
      <p:regular r:id="rId13"/>
    </p:embeddedFont>
    <p:embeddedFont>
      <p:font typeface="Press Start 2P" charset="1" panose="00000500000000000000"/>
      <p:regular r:id="rId14"/>
    </p:embeddedFont>
    <p:embeddedFont>
      <p:font typeface="VT323" charset="1" panose="00000509000000000000"/>
      <p:regular r:id="rId15"/>
    </p:embeddedFont>
    <p:embeddedFont>
      <p:font typeface="Arimo" charset="1" panose="020B06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jpe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7.png" Type="http://schemas.openxmlformats.org/officeDocument/2006/relationships/image"/><Relationship Id="rId4" Target="../media/image11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svg" Type="http://schemas.openxmlformats.org/officeDocument/2006/relationships/image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312187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49138" y="1028700"/>
            <a:ext cx="2755033" cy="991812"/>
          </a:xfrm>
          <a:custGeom>
            <a:avLst/>
            <a:gdLst/>
            <a:ahLst/>
            <a:cxnLst/>
            <a:rect r="r" b="b" t="t" l="l"/>
            <a:pathLst>
              <a:path h="991812" w="2755033">
                <a:moveTo>
                  <a:pt x="0" y="0"/>
                </a:moveTo>
                <a:lnTo>
                  <a:pt x="2755033" y="0"/>
                </a:lnTo>
                <a:lnTo>
                  <a:pt x="2755033" y="991812"/>
                </a:lnTo>
                <a:lnTo>
                  <a:pt x="0" y="991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6490" y="1113859"/>
            <a:ext cx="1840165" cy="972987"/>
          </a:xfrm>
          <a:custGeom>
            <a:avLst/>
            <a:gdLst/>
            <a:ahLst/>
            <a:cxnLst/>
            <a:rect r="r" b="b" t="t" l="l"/>
            <a:pathLst>
              <a:path h="972987" w="1840165">
                <a:moveTo>
                  <a:pt x="0" y="0"/>
                </a:moveTo>
                <a:lnTo>
                  <a:pt x="1840164" y="0"/>
                </a:lnTo>
                <a:lnTo>
                  <a:pt x="1840164" y="972987"/>
                </a:lnTo>
                <a:lnTo>
                  <a:pt x="0" y="972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76996" y="3850658"/>
            <a:ext cx="1724511" cy="633758"/>
          </a:xfrm>
          <a:custGeom>
            <a:avLst/>
            <a:gdLst/>
            <a:ahLst/>
            <a:cxnLst/>
            <a:rect r="r" b="b" t="t" l="l"/>
            <a:pathLst>
              <a:path h="633758" w="1724511">
                <a:moveTo>
                  <a:pt x="0" y="0"/>
                </a:moveTo>
                <a:lnTo>
                  <a:pt x="1724511" y="0"/>
                </a:lnTo>
                <a:lnTo>
                  <a:pt x="1724511" y="633757"/>
                </a:lnTo>
                <a:lnTo>
                  <a:pt x="0" y="6337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30670" y="4580779"/>
            <a:ext cx="6226661" cy="2163765"/>
          </a:xfrm>
          <a:custGeom>
            <a:avLst/>
            <a:gdLst/>
            <a:ahLst/>
            <a:cxnLst/>
            <a:rect r="r" b="b" t="t" l="l"/>
            <a:pathLst>
              <a:path h="2163765" w="6226661">
                <a:moveTo>
                  <a:pt x="0" y="0"/>
                </a:moveTo>
                <a:lnTo>
                  <a:pt x="6226660" y="0"/>
                </a:lnTo>
                <a:lnTo>
                  <a:pt x="6226660" y="2163764"/>
                </a:lnTo>
                <a:lnTo>
                  <a:pt x="0" y="21637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01110" y="684575"/>
            <a:ext cx="2057051" cy="2062206"/>
          </a:xfrm>
          <a:custGeom>
            <a:avLst/>
            <a:gdLst/>
            <a:ahLst/>
            <a:cxnLst/>
            <a:rect r="r" b="b" t="t" l="l"/>
            <a:pathLst>
              <a:path h="2062206" w="2057051">
                <a:moveTo>
                  <a:pt x="0" y="0"/>
                </a:moveTo>
                <a:lnTo>
                  <a:pt x="2057051" y="0"/>
                </a:lnTo>
                <a:lnTo>
                  <a:pt x="2057051" y="2062206"/>
                </a:lnTo>
                <a:lnTo>
                  <a:pt x="0" y="20622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6996" y="188669"/>
            <a:ext cx="2755033" cy="991812"/>
          </a:xfrm>
          <a:custGeom>
            <a:avLst/>
            <a:gdLst/>
            <a:ahLst/>
            <a:cxnLst/>
            <a:rect r="r" b="b" t="t" l="l"/>
            <a:pathLst>
              <a:path h="991812" w="2755033">
                <a:moveTo>
                  <a:pt x="0" y="0"/>
                </a:moveTo>
                <a:lnTo>
                  <a:pt x="2755033" y="0"/>
                </a:lnTo>
                <a:lnTo>
                  <a:pt x="2755033" y="991812"/>
                </a:lnTo>
                <a:lnTo>
                  <a:pt x="0" y="991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942159" y="-930818"/>
            <a:ext cx="2455424" cy="2455424"/>
          </a:xfrm>
          <a:custGeom>
            <a:avLst/>
            <a:gdLst/>
            <a:ahLst/>
            <a:cxnLst/>
            <a:rect r="r" b="b" t="t" l="l"/>
            <a:pathLst>
              <a:path h="2455424" w="2455424">
                <a:moveTo>
                  <a:pt x="0" y="0"/>
                </a:moveTo>
                <a:lnTo>
                  <a:pt x="2455424" y="0"/>
                </a:lnTo>
                <a:lnTo>
                  <a:pt x="2455424" y="2455424"/>
                </a:lnTo>
                <a:lnTo>
                  <a:pt x="0" y="24554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513265" y="2918946"/>
            <a:ext cx="2201657" cy="1248591"/>
          </a:xfrm>
          <a:custGeom>
            <a:avLst/>
            <a:gdLst/>
            <a:ahLst/>
            <a:cxnLst/>
            <a:rect r="r" b="b" t="t" l="l"/>
            <a:pathLst>
              <a:path h="1248591" w="2201657">
                <a:moveTo>
                  <a:pt x="2201657" y="0"/>
                </a:moveTo>
                <a:lnTo>
                  <a:pt x="0" y="0"/>
                </a:lnTo>
                <a:lnTo>
                  <a:pt x="0" y="1248591"/>
                </a:lnTo>
                <a:lnTo>
                  <a:pt x="2201657" y="1248591"/>
                </a:lnTo>
                <a:lnTo>
                  <a:pt x="2201657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76326">
            <a:off x="16509227" y="4719998"/>
            <a:ext cx="1184560" cy="1083984"/>
          </a:xfrm>
          <a:custGeom>
            <a:avLst/>
            <a:gdLst/>
            <a:ahLst/>
            <a:cxnLst/>
            <a:rect r="r" b="b" t="t" l="l"/>
            <a:pathLst>
              <a:path h="1083984" w="1184560">
                <a:moveTo>
                  <a:pt x="0" y="0"/>
                </a:moveTo>
                <a:lnTo>
                  <a:pt x="1184560" y="0"/>
                </a:lnTo>
                <a:lnTo>
                  <a:pt x="1184560" y="1083983"/>
                </a:lnTo>
                <a:lnTo>
                  <a:pt x="0" y="108398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3599706" y="7494216"/>
            <a:ext cx="1365406" cy="1380922"/>
          </a:xfrm>
          <a:custGeom>
            <a:avLst/>
            <a:gdLst/>
            <a:ahLst/>
            <a:cxnLst/>
            <a:rect r="r" b="b" t="t" l="l"/>
            <a:pathLst>
              <a:path h="1380922" w="1365406">
                <a:moveTo>
                  <a:pt x="1365406" y="0"/>
                </a:moveTo>
                <a:lnTo>
                  <a:pt x="0" y="0"/>
                </a:lnTo>
                <a:lnTo>
                  <a:pt x="0" y="1380921"/>
                </a:lnTo>
                <a:lnTo>
                  <a:pt x="1365406" y="1380921"/>
                </a:lnTo>
                <a:lnTo>
                  <a:pt x="1365406" y="0"/>
                </a:lnTo>
                <a:close/>
              </a:path>
            </a:pathLst>
          </a:custGeom>
          <a:blipFill>
            <a:blip r:embed="rId14"/>
            <a:stretch>
              <a:fillRect l="-58908" t="-176188" r="-187274" b="-5059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463791">
            <a:off x="15508143" y="330314"/>
            <a:ext cx="2248223" cy="2101997"/>
          </a:xfrm>
          <a:custGeom>
            <a:avLst/>
            <a:gdLst/>
            <a:ahLst/>
            <a:cxnLst/>
            <a:rect r="r" b="b" t="t" l="l"/>
            <a:pathLst>
              <a:path h="2101997" w="2248223">
                <a:moveTo>
                  <a:pt x="0" y="0"/>
                </a:moveTo>
                <a:lnTo>
                  <a:pt x="2248223" y="0"/>
                </a:lnTo>
                <a:lnTo>
                  <a:pt x="2248223" y="2101997"/>
                </a:lnTo>
                <a:lnTo>
                  <a:pt x="0" y="210199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17374" t="-35820" r="-30301" b="-117081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82260" y="5401847"/>
            <a:ext cx="1031833" cy="842234"/>
          </a:xfrm>
          <a:custGeom>
            <a:avLst/>
            <a:gdLst/>
            <a:ahLst/>
            <a:cxnLst/>
            <a:rect r="r" b="b" t="t" l="l"/>
            <a:pathLst>
              <a:path h="842234" w="1031833">
                <a:moveTo>
                  <a:pt x="0" y="0"/>
                </a:moveTo>
                <a:lnTo>
                  <a:pt x="1031833" y="0"/>
                </a:lnTo>
                <a:lnTo>
                  <a:pt x="1031833" y="842234"/>
                </a:lnTo>
                <a:lnTo>
                  <a:pt x="0" y="84223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688942" y="6330641"/>
            <a:ext cx="10910117" cy="7273411"/>
          </a:xfrm>
          <a:custGeom>
            <a:avLst/>
            <a:gdLst/>
            <a:ahLst/>
            <a:cxnLst/>
            <a:rect r="r" b="b" t="t" l="l"/>
            <a:pathLst>
              <a:path h="7273411" w="10910117">
                <a:moveTo>
                  <a:pt x="0" y="0"/>
                </a:moveTo>
                <a:lnTo>
                  <a:pt x="10910116" y="0"/>
                </a:lnTo>
                <a:lnTo>
                  <a:pt x="10910116" y="7273411"/>
                </a:lnTo>
                <a:lnTo>
                  <a:pt x="0" y="72734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552395" y="9068439"/>
            <a:ext cx="948715" cy="898908"/>
          </a:xfrm>
          <a:custGeom>
            <a:avLst/>
            <a:gdLst/>
            <a:ahLst/>
            <a:cxnLst/>
            <a:rect r="r" b="b" t="t" l="l"/>
            <a:pathLst>
              <a:path h="898908" w="948715">
                <a:moveTo>
                  <a:pt x="0" y="0"/>
                </a:moveTo>
                <a:lnTo>
                  <a:pt x="948715" y="0"/>
                </a:lnTo>
                <a:lnTo>
                  <a:pt x="948715" y="898908"/>
                </a:lnTo>
                <a:lnTo>
                  <a:pt x="0" y="89890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3501110" y="6244081"/>
            <a:ext cx="2119793" cy="2500269"/>
            <a:chOff x="0" y="0"/>
            <a:chExt cx="2826391" cy="333369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212848" y="1001835"/>
              <a:ext cx="1088324" cy="492747"/>
              <a:chOff x="0" y="0"/>
              <a:chExt cx="214978" cy="9733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14978" cy="97333"/>
              </a:xfrm>
              <a:custGeom>
                <a:avLst/>
                <a:gdLst/>
                <a:ahLst/>
                <a:cxnLst/>
                <a:rect r="r" b="b" t="t" l="l"/>
                <a:pathLst>
                  <a:path h="97333" w="214978">
                    <a:moveTo>
                      <a:pt x="0" y="0"/>
                    </a:moveTo>
                    <a:lnTo>
                      <a:pt x="214978" y="0"/>
                    </a:lnTo>
                    <a:lnTo>
                      <a:pt x="214978" y="97333"/>
                    </a:lnTo>
                    <a:lnTo>
                      <a:pt x="0" y="9733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14978" cy="1354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26391" cy="3333692"/>
            </a:xfrm>
            <a:custGeom>
              <a:avLst/>
              <a:gdLst/>
              <a:ahLst/>
              <a:cxnLst/>
              <a:rect r="r" b="b" t="t" l="l"/>
              <a:pathLst>
                <a:path h="3333692" w="2826391">
                  <a:moveTo>
                    <a:pt x="0" y="0"/>
                  </a:moveTo>
                  <a:lnTo>
                    <a:pt x="2826391" y="0"/>
                  </a:lnTo>
                  <a:lnTo>
                    <a:pt x="2826391" y="3333692"/>
                  </a:lnTo>
                  <a:lnTo>
                    <a:pt x="0" y="3333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391345" y="6898641"/>
            <a:ext cx="5505310" cy="1191149"/>
            <a:chOff x="0" y="0"/>
            <a:chExt cx="7340413" cy="158819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40413" cy="1588199"/>
            </a:xfrm>
            <a:custGeom>
              <a:avLst/>
              <a:gdLst/>
              <a:ahLst/>
              <a:cxnLst/>
              <a:rect r="r" b="b" t="t" l="l"/>
              <a:pathLst>
                <a:path h="1588199" w="7340413">
                  <a:moveTo>
                    <a:pt x="0" y="0"/>
                  </a:moveTo>
                  <a:lnTo>
                    <a:pt x="7340413" y="0"/>
                  </a:lnTo>
                  <a:lnTo>
                    <a:pt x="7340413" y="1588199"/>
                  </a:lnTo>
                  <a:lnTo>
                    <a:pt x="0" y="1588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46764" y="368723"/>
              <a:ext cx="6846886" cy="810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29"/>
                </a:lnSpc>
              </a:pPr>
              <a:r>
                <a:rPr lang="en-US" sz="4179">
                  <a:solidFill>
                    <a:srgbClr val="000000"/>
                  </a:solidFill>
                  <a:latin typeface="Nine by Five"/>
                  <a:ea typeface="Nine by Five"/>
                  <a:cs typeface="Nine by Five"/>
                  <a:sym typeface="Nine by Five"/>
                </a:rPr>
                <a:t>Phoenix R., Yashi J., Jeilani D.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801208" y="728813"/>
            <a:ext cx="12337941" cy="4534193"/>
          </a:xfrm>
          <a:custGeom>
            <a:avLst/>
            <a:gdLst/>
            <a:ahLst/>
            <a:cxnLst/>
            <a:rect r="r" b="b" t="t" l="l"/>
            <a:pathLst>
              <a:path h="4534193" w="12337941">
                <a:moveTo>
                  <a:pt x="0" y="0"/>
                </a:moveTo>
                <a:lnTo>
                  <a:pt x="12337941" y="0"/>
                </a:lnTo>
                <a:lnTo>
                  <a:pt x="12337941" y="4534193"/>
                </a:lnTo>
                <a:lnTo>
                  <a:pt x="0" y="4534193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136113" y="4901294"/>
            <a:ext cx="6015775" cy="1257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9"/>
              </a:lnSpc>
            </a:pPr>
            <a:r>
              <a:rPr lang="en-US" sz="4584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Data &amp; Advantages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154150"/>
            <a:chOff x="0" y="0"/>
            <a:chExt cx="24384000" cy="18872200"/>
          </a:xfrm>
        </p:grpSpPr>
        <p:sp>
          <p:nvSpPr>
            <p:cNvPr name="Freeform 3" id="3" descr="A video game screen shot of a game  Description automatically generated"/>
            <p:cNvSpPr/>
            <p:nvPr/>
          </p:nvSpPr>
          <p:spPr>
            <a:xfrm flipH="false" flipV="false" rot="0">
              <a:off x="0" y="0"/>
              <a:ext cx="24384000" cy="18872200"/>
            </a:xfrm>
            <a:custGeom>
              <a:avLst/>
              <a:gdLst/>
              <a:ahLst/>
              <a:cxnLst/>
              <a:rect r="r" b="b" t="t" l="l"/>
              <a:pathLst>
                <a:path h="18872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872200"/>
                  </a:lnTo>
                  <a:lnTo>
                    <a:pt x="0" y="1887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31770" y="10800759"/>
            <a:ext cx="12824460" cy="8238563"/>
            <a:chOff x="0" y="0"/>
            <a:chExt cx="17099280" cy="10984751"/>
          </a:xfrm>
        </p:grpSpPr>
        <p:sp>
          <p:nvSpPr>
            <p:cNvPr name="Freeform 5" id="5" descr="A green square with a cartoon cat and flowers  Description automatically generated"/>
            <p:cNvSpPr/>
            <p:nvPr/>
          </p:nvSpPr>
          <p:spPr>
            <a:xfrm flipH="false" flipV="false" rot="0">
              <a:off x="0" y="0"/>
              <a:ext cx="17099280" cy="10984738"/>
            </a:xfrm>
            <a:custGeom>
              <a:avLst/>
              <a:gdLst/>
              <a:ahLst/>
              <a:cxnLst/>
              <a:rect r="r" b="b" t="t" l="l"/>
              <a:pathLst>
                <a:path h="10984738" w="17099280">
                  <a:moveTo>
                    <a:pt x="0" y="0"/>
                  </a:moveTo>
                  <a:lnTo>
                    <a:pt x="17099280" y="0"/>
                  </a:lnTo>
                  <a:lnTo>
                    <a:pt x="17099280" y="10984738"/>
                  </a:lnTo>
                  <a:lnTo>
                    <a:pt x="0" y="10984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" r="0" b="-2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209325" y="12158510"/>
            <a:ext cx="11865531" cy="4629083"/>
            <a:chOff x="0" y="0"/>
            <a:chExt cx="15820707" cy="61721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20644" cy="6172073"/>
            </a:xfrm>
            <a:custGeom>
              <a:avLst/>
              <a:gdLst/>
              <a:ahLst/>
              <a:cxnLst/>
              <a:rect r="r" b="b" t="t" l="l"/>
              <a:pathLst>
                <a:path h="6172073" w="15820644">
                  <a:moveTo>
                    <a:pt x="0" y="0"/>
                  </a:moveTo>
                  <a:lnTo>
                    <a:pt x="15820644" y="0"/>
                  </a:lnTo>
                  <a:lnTo>
                    <a:pt x="15820644" y="6172073"/>
                  </a:lnTo>
                  <a:lnTo>
                    <a:pt x="0" y="6172073"/>
                  </a:lnTo>
                  <a:close/>
                </a:path>
              </a:pathLst>
            </a:custGeom>
            <a:solidFill>
              <a:srgbClr val="88804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520354" y="1222459"/>
            <a:ext cx="11309843" cy="1354963"/>
            <a:chOff x="0" y="0"/>
            <a:chExt cx="2978724" cy="3568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8724" cy="356863"/>
            </a:xfrm>
            <a:custGeom>
              <a:avLst/>
              <a:gdLst/>
              <a:ahLst/>
              <a:cxnLst/>
              <a:rect r="r" b="b" t="t" l="l"/>
              <a:pathLst>
                <a:path h="356863" w="2978724">
                  <a:moveTo>
                    <a:pt x="34911" y="0"/>
                  </a:moveTo>
                  <a:lnTo>
                    <a:pt x="2943813" y="0"/>
                  </a:lnTo>
                  <a:cubicBezTo>
                    <a:pt x="2963094" y="0"/>
                    <a:pt x="2978724" y="15630"/>
                    <a:pt x="2978724" y="34911"/>
                  </a:cubicBezTo>
                  <a:lnTo>
                    <a:pt x="2978724" y="321952"/>
                  </a:lnTo>
                  <a:cubicBezTo>
                    <a:pt x="2978724" y="331211"/>
                    <a:pt x="2975046" y="340090"/>
                    <a:pt x="2968499" y="346638"/>
                  </a:cubicBezTo>
                  <a:cubicBezTo>
                    <a:pt x="2961952" y="353185"/>
                    <a:pt x="2953072" y="356863"/>
                    <a:pt x="2943813" y="356863"/>
                  </a:cubicBezTo>
                  <a:lnTo>
                    <a:pt x="34911" y="356863"/>
                  </a:lnTo>
                  <a:cubicBezTo>
                    <a:pt x="25652" y="356863"/>
                    <a:pt x="16772" y="353185"/>
                    <a:pt x="10225" y="346638"/>
                  </a:cubicBezTo>
                  <a:cubicBezTo>
                    <a:pt x="3678" y="340090"/>
                    <a:pt x="0" y="331211"/>
                    <a:pt x="0" y="321952"/>
                  </a:cubicBezTo>
                  <a:lnTo>
                    <a:pt x="0" y="34911"/>
                  </a:lnTo>
                  <a:cubicBezTo>
                    <a:pt x="0" y="25652"/>
                    <a:pt x="3678" y="16772"/>
                    <a:pt x="10225" y="10225"/>
                  </a:cubicBezTo>
                  <a:cubicBezTo>
                    <a:pt x="16772" y="3678"/>
                    <a:pt x="25652" y="0"/>
                    <a:pt x="34911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978724" cy="394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5400000">
            <a:off x="6021361" y="-656249"/>
            <a:ext cx="6192275" cy="13958004"/>
          </a:xfrm>
          <a:custGeom>
            <a:avLst/>
            <a:gdLst/>
            <a:ahLst/>
            <a:cxnLst/>
            <a:rect r="r" b="b" t="t" l="l"/>
            <a:pathLst>
              <a:path h="13958004" w="6192275">
                <a:moveTo>
                  <a:pt x="0" y="0"/>
                </a:moveTo>
                <a:lnTo>
                  <a:pt x="6192275" y="0"/>
                </a:lnTo>
                <a:lnTo>
                  <a:pt x="6192275" y="13958004"/>
                </a:lnTo>
                <a:lnTo>
                  <a:pt x="0" y="13958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293" t="0" r="-4703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65688" y="1346284"/>
            <a:ext cx="11156625" cy="123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6"/>
              </a:lnSpc>
            </a:pPr>
            <a:r>
              <a:rPr lang="en-US" sz="3800" spc="-114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What is the relationship between a Pokémon's generation and total stats? Are newer generations stronger than older ones, or has the game stayed balanced over time?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20354" y="12364812"/>
            <a:ext cx="11463061" cy="491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8"/>
              </a:lnSpc>
            </a:pPr>
            <a:r>
              <a:rPr lang="en-US" sz="6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High levels of rainfall, warm temperatures, </a:t>
            </a:r>
          </a:p>
          <a:p>
            <a:pPr algn="l">
              <a:lnSpc>
                <a:spcPts val="6048"/>
              </a:lnSpc>
            </a:pPr>
            <a:r>
              <a:rPr lang="en-US" sz="6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and dense vegetation.</a:t>
            </a:r>
          </a:p>
          <a:p>
            <a:pPr algn="l">
              <a:lnSpc>
                <a:spcPts val="6048"/>
              </a:lnSpc>
            </a:pPr>
            <a:r>
              <a:rPr lang="en-US" sz="6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Canopy layer: towering trees, vines, epiphytes.</a:t>
            </a:r>
          </a:p>
          <a:p>
            <a:pPr algn="l">
              <a:lnSpc>
                <a:spcPts val="6048"/>
              </a:lnSpc>
            </a:pPr>
            <a:r>
              <a:rPr lang="en-US" sz="6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Understory layer: smaller trees, shrubs, ferns.</a:t>
            </a:r>
          </a:p>
          <a:p>
            <a:pPr algn="l">
              <a:lnSpc>
                <a:spcPts val="6048"/>
              </a:lnSpc>
            </a:pPr>
            <a:r>
              <a:rPr lang="en-US" sz="6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Forest floor: decomposing organic matter that provides fertile soil for new growth.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84859" y="528397"/>
            <a:ext cx="4734052" cy="5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5"/>
              </a:lnSpc>
            </a:pPr>
            <a:r>
              <a:rPr lang="en-US" sz="3495" spc="-132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Question 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876161" y="9609391"/>
            <a:ext cx="14939091" cy="8302927"/>
            <a:chOff x="0" y="0"/>
            <a:chExt cx="19918787" cy="110705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918787" cy="11070570"/>
            </a:xfrm>
            <a:custGeom>
              <a:avLst/>
              <a:gdLst/>
              <a:ahLst/>
              <a:cxnLst/>
              <a:rect r="r" b="b" t="t" l="l"/>
              <a:pathLst>
                <a:path h="11070570" w="19918787">
                  <a:moveTo>
                    <a:pt x="0" y="0"/>
                  </a:moveTo>
                  <a:lnTo>
                    <a:pt x="19918787" y="0"/>
                  </a:lnTo>
                  <a:lnTo>
                    <a:pt x="19918787" y="11070570"/>
                  </a:lnTo>
                  <a:lnTo>
                    <a:pt x="0" y="11070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3" t="0" r="-183" b="0"/>
              </a:stretch>
            </a:blipFill>
          </p:spPr>
        </p:sp>
        <p:grpSp>
          <p:nvGrpSpPr>
            <p:cNvPr name="Group 17" id="17"/>
            <p:cNvGrpSpPr/>
            <p:nvPr/>
          </p:nvGrpSpPr>
          <p:grpSpPr>
            <a:xfrm rot="0">
              <a:off x="12553432" y="8223121"/>
              <a:ext cx="6836709" cy="2377568"/>
              <a:chOff x="0" y="0"/>
              <a:chExt cx="1309198" cy="45529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09198" cy="455293"/>
              </a:xfrm>
              <a:custGeom>
                <a:avLst/>
                <a:gdLst/>
                <a:ahLst/>
                <a:cxnLst/>
                <a:rect r="r" b="b" t="t" l="l"/>
                <a:pathLst>
                  <a:path h="455293" w="1309198">
                    <a:moveTo>
                      <a:pt x="0" y="0"/>
                    </a:moveTo>
                    <a:lnTo>
                      <a:pt x="1309198" y="0"/>
                    </a:lnTo>
                    <a:lnTo>
                      <a:pt x="1309198" y="455293"/>
                    </a:lnTo>
                    <a:lnTo>
                      <a:pt x="0" y="45529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309198" cy="4933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2786294" y="8365261"/>
              <a:ext cx="6487166" cy="19635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22"/>
                </a:lnSpc>
              </a:pPr>
              <a:r>
                <a:rPr lang="en-US" sz="3605" spc="-137">
                  <a:solidFill>
                    <a:srgbClr val="000000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Data found on Kaggle.com!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667625"/>
            <a:ext cx="18288000" cy="17954625"/>
            <a:chOff x="0" y="0"/>
            <a:chExt cx="24384000" cy="23939500"/>
          </a:xfrm>
        </p:grpSpPr>
        <p:sp>
          <p:nvSpPr>
            <p:cNvPr name="Freeform 3" id="3" descr="A video game screen with a snowy area  Description automatically generated with medium confidence"/>
            <p:cNvSpPr/>
            <p:nvPr/>
          </p:nvSpPr>
          <p:spPr>
            <a:xfrm flipH="false" flipV="false" rot="0">
              <a:off x="0" y="0"/>
              <a:ext cx="24384000" cy="23939500"/>
            </a:xfrm>
            <a:custGeom>
              <a:avLst/>
              <a:gdLst/>
              <a:ahLst/>
              <a:cxnLst/>
              <a:rect r="r" b="b" t="t" l="l"/>
              <a:pathLst>
                <a:path h="23939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939500"/>
                  </a:lnTo>
                  <a:lnTo>
                    <a:pt x="0" y="2393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" r="0" b="-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151906"/>
            <a:ext cx="16152807" cy="1354963"/>
            <a:chOff x="0" y="0"/>
            <a:chExt cx="4254237" cy="3568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54237" cy="356863"/>
            </a:xfrm>
            <a:custGeom>
              <a:avLst/>
              <a:gdLst/>
              <a:ahLst/>
              <a:cxnLst/>
              <a:rect r="r" b="b" t="t" l="l"/>
              <a:pathLst>
                <a:path h="356863" w="4254237">
                  <a:moveTo>
                    <a:pt x="24444" y="0"/>
                  </a:moveTo>
                  <a:lnTo>
                    <a:pt x="4229793" y="0"/>
                  </a:lnTo>
                  <a:cubicBezTo>
                    <a:pt x="4243293" y="0"/>
                    <a:pt x="4254237" y="10944"/>
                    <a:pt x="4254237" y="24444"/>
                  </a:cubicBezTo>
                  <a:lnTo>
                    <a:pt x="4254237" y="332419"/>
                  </a:lnTo>
                  <a:cubicBezTo>
                    <a:pt x="4254237" y="345919"/>
                    <a:pt x="4243293" y="356863"/>
                    <a:pt x="4229793" y="356863"/>
                  </a:cubicBezTo>
                  <a:lnTo>
                    <a:pt x="24444" y="356863"/>
                  </a:lnTo>
                  <a:cubicBezTo>
                    <a:pt x="10944" y="356863"/>
                    <a:pt x="0" y="345919"/>
                    <a:pt x="0" y="332419"/>
                  </a:cubicBezTo>
                  <a:lnTo>
                    <a:pt x="0" y="24444"/>
                  </a:lnTo>
                  <a:cubicBezTo>
                    <a:pt x="0" y="10944"/>
                    <a:pt x="10944" y="0"/>
                    <a:pt x="24444" y="0"/>
                  </a:cubicBezTo>
                  <a:close/>
                </a:path>
              </a:pathLst>
            </a:custGeom>
            <a:solidFill>
              <a:srgbClr val="B3C5D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54237" cy="394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0">
            <a:off x="10551329" y="8092483"/>
            <a:ext cx="370811" cy="210292"/>
          </a:xfrm>
          <a:custGeom>
            <a:avLst/>
            <a:gdLst/>
            <a:ahLst/>
            <a:cxnLst/>
            <a:rect r="r" b="b" t="t" l="l"/>
            <a:pathLst>
              <a:path h="210292" w="370811">
                <a:moveTo>
                  <a:pt x="370811" y="0"/>
                </a:moveTo>
                <a:lnTo>
                  <a:pt x="0" y="0"/>
                </a:lnTo>
                <a:lnTo>
                  <a:pt x="0" y="210293"/>
                </a:lnTo>
                <a:lnTo>
                  <a:pt x="370811" y="210293"/>
                </a:lnTo>
                <a:lnTo>
                  <a:pt x="37081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98548" y="2716420"/>
            <a:ext cx="11529356" cy="5923207"/>
            <a:chOff x="0" y="0"/>
            <a:chExt cx="15372474" cy="78976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372474" cy="7897609"/>
            </a:xfrm>
            <a:custGeom>
              <a:avLst/>
              <a:gdLst/>
              <a:ahLst/>
              <a:cxnLst/>
              <a:rect r="r" b="b" t="t" l="l"/>
              <a:pathLst>
                <a:path h="7897609" w="15372474">
                  <a:moveTo>
                    <a:pt x="0" y="0"/>
                  </a:moveTo>
                  <a:lnTo>
                    <a:pt x="15372474" y="0"/>
                  </a:lnTo>
                  <a:lnTo>
                    <a:pt x="15372474" y="7897609"/>
                  </a:lnTo>
                  <a:lnTo>
                    <a:pt x="0" y="7897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9" t="0" r="-99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true" flipV="false" rot="0">
              <a:off x="5271746" y="2051133"/>
              <a:ext cx="504394" cy="286049"/>
            </a:xfrm>
            <a:custGeom>
              <a:avLst/>
              <a:gdLst/>
              <a:ahLst/>
              <a:cxnLst/>
              <a:rect r="r" b="b" t="t" l="l"/>
              <a:pathLst>
                <a:path h="286049" w="504394">
                  <a:moveTo>
                    <a:pt x="504393" y="0"/>
                  </a:moveTo>
                  <a:lnTo>
                    <a:pt x="0" y="0"/>
                  </a:lnTo>
                  <a:lnTo>
                    <a:pt x="0" y="286049"/>
                  </a:lnTo>
                  <a:lnTo>
                    <a:pt x="504393" y="286049"/>
                  </a:lnTo>
                  <a:lnTo>
                    <a:pt x="504393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true" flipV="false" rot="0">
              <a:off x="8909576" y="2051133"/>
              <a:ext cx="504394" cy="286049"/>
            </a:xfrm>
            <a:custGeom>
              <a:avLst/>
              <a:gdLst/>
              <a:ahLst/>
              <a:cxnLst/>
              <a:rect r="r" b="b" t="t" l="l"/>
              <a:pathLst>
                <a:path h="286049" w="504394">
                  <a:moveTo>
                    <a:pt x="504394" y="0"/>
                  </a:moveTo>
                  <a:lnTo>
                    <a:pt x="0" y="0"/>
                  </a:lnTo>
                  <a:lnTo>
                    <a:pt x="0" y="286049"/>
                  </a:lnTo>
                  <a:lnTo>
                    <a:pt x="504394" y="286049"/>
                  </a:lnTo>
                  <a:lnTo>
                    <a:pt x="504394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true" flipV="false" rot="0">
              <a:off x="11595438" y="1643803"/>
              <a:ext cx="504394" cy="286049"/>
            </a:xfrm>
            <a:custGeom>
              <a:avLst/>
              <a:gdLst/>
              <a:ahLst/>
              <a:cxnLst/>
              <a:rect r="r" b="b" t="t" l="l"/>
              <a:pathLst>
                <a:path h="286049" w="504394">
                  <a:moveTo>
                    <a:pt x="504393" y="0"/>
                  </a:moveTo>
                  <a:lnTo>
                    <a:pt x="0" y="0"/>
                  </a:lnTo>
                  <a:lnTo>
                    <a:pt x="0" y="286049"/>
                  </a:lnTo>
                  <a:lnTo>
                    <a:pt x="504393" y="286049"/>
                  </a:lnTo>
                  <a:lnTo>
                    <a:pt x="504393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true" flipV="false" rot="0">
              <a:off x="13320544" y="2051133"/>
              <a:ext cx="504394" cy="286049"/>
            </a:xfrm>
            <a:custGeom>
              <a:avLst/>
              <a:gdLst/>
              <a:ahLst/>
              <a:cxnLst/>
              <a:rect r="r" b="b" t="t" l="l"/>
              <a:pathLst>
                <a:path h="286049" w="504394">
                  <a:moveTo>
                    <a:pt x="504394" y="0"/>
                  </a:moveTo>
                  <a:lnTo>
                    <a:pt x="0" y="0"/>
                  </a:lnTo>
                  <a:lnTo>
                    <a:pt x="0" y="286049"/>
                  </a:lnTo>
                  <a:lnTo>
                    <a:pt x="504394" y="286049"/>
                  </a:lnTo>
                  <a:lnTo>
                    <a:pt x="504394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true" flipV="false" rot="0">
              <a:off x="14198092" y="1765085"/>
              <a:ext cx="504394" cy="286049"/>
            </a:xfrm>
            <a:custGeom>
              <a:avLst/>
              <a:gdLst/>
              <a:ahLst/>
              <a:cxnLst/>
              <a:rect r="r" b="b" t="t" l="l"/>
              <a:pathLst>
                <a:path h="286049" w="504394">
                  <a:moveTo>
                    <a:pt x="504393" y="0"/>
                  </a:moveTo>
                  <a:lnTo>
                    <a:pt x="0" y="0"/>
                  </a:lnTo>
                  <a:lnTo>
                    <a:pt x="0" y="286048"/>
                  </a:lnTo>
                  <a:lnTo>
                    <a:pt x="504393" y="286048"/>
                  </a:lnTo>
                  <a:lnTo>
                    <a:pt x="504393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true" flipV="false" rot="0">
              <a:off x="7023144" y="3270517"/>
              <a:ext cx="504394" cy="286049"/>
            </a:xfrm>
            <a:custGeom>
              <a:avLst/>
              <a:gdLst/>
              <a:ahLst/>
              <a:cxnLst/>
              <a:rect r="r" b="b" t="t" l="l"/>
              <a:pathLst>
                <a:path h="286049" w="504394">
                  <a:moveTo>
                    <a:pt x="504394" y="0"/>
                  </a:moveTo>
                  <a:lnTo>
                    <a:pt x="0" y="0"/>
                  </a:lnTo>
                  <a:lnTo>
                    <a:pt x="0" y="286049"/>
                  </a:lnTo>
                  <a:lnTo>
                    <a:pt x="504394" y="286049"/>
                  </a:lnTo>
                  <a:lnTo>
                    <a:pt x="504394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true" flipV="false" rot="0">
              <a:off x="4371122" y="2912278"/>
              <a:ext cx="504394" cy="286049"/>
            </a:xfrm>
            <a:custGeom>
              <a:avLst/>
              <a:gdLst/>
              <a:ahLst/>
              <a:cxnLst/>
              <a:rect r="r" b="b" t="t" l="l"/>
              <a:pathLst>
                <a:path h="286049" w="504394">
                  <a:moveTo>
                    <a:pt x="504393" y="0"/>
                  </a:moveTo>
                  <a:lnTo>
                    <a:pt x="0" y="0"/>
                  </a:lnTo>
                  <a:lnTo>
                    <a:pt x="0" y="286049"/>
                  </a:lnTo>
                  <a:lnTo>
                    <a:pt x="504393" y="286049"/>
                  </a:lnTo>
                  <a:lnTo>
                    <a:pt x="504393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true" flipV="false" rot="0">
              <a:off x="7940052" y="3270517"/>
              <a:ext cx="504394" cy="286049"/>
            </a:xfrm>
            <a:custGeom>
              <a:avLst/>
              <a:gdLst/>
              <a:ahLst/>
              <a:cxnLst/>
              <a:rect r="r" b="b" t="t" l="l"/>
              <a:pathLst>
                <a:path h="286049" w="504394">
                  <a:moveTo>
                    <a:pt x="504394" y="0"/>
                  </a:moveTo>
                  <a:lnTo>
                    <a:pt x="0" y="0"/>
                  </a:lnTo>
                  <a:lnTo>
                    <a:pt x="0" y="286049"/>
                  </a:lnTo>
                  <a:lnTo>
                    <a:pt x="504394" y="286049"/>
                  </a:lnTo>
                  <a:lnTo>
                    <a:pt x="504394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true" flipV="false" rot="0">
              <a:off x="9696404" y="2860666"/>
              <a:ext cx="504394" cy="286049"/>
            </a:xfrm>
            <a:custGeom>
              <a:avLst/>
              <a:gdLst/>
              <a:ahLst/>
              <a:cxnLst/>
              <a:rect r="r" b="b" t="t" l="l"/>
              <a:pathLst>
                <a:path h="286049" w="504394">
                  <a:moveTo>
                    <a:pt x="504393" y="0"/>
                  </a:moveTo>
                  <a:lnTo>
                    <a:pt x="0" y="0"/>
                  </a:lnTo>
                  <a:lnTo>
                    <a:pt x="0" y="286049"/>
                  </a:lnTo>
                  <a:lnTo>
                    <a:pt x="504393" y="286049"/>
                  </a:lnTo>
                  <a:lnTo>
                    <a:pt x="504393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true" flipV="false" rot="0">
              <a:off x="6121805" y="3270517"/>
              <a:ext cx="504394" cy="286049"/>
            </a:xfrm>
            <a:custGeom>
              <a:avLst/>
              <a:gdLst/>
              <a:ahLst/>
              <a:cxnLst/>
              <a:rect r="r" b="b" t="t" l="l"/>
              <a:pathLst>
                <a:path h="286049" w="504394">
                  <a:moveTo>
                    <a:pt x="504393" y="0"/>
                  </a:moveTo>
                  <a:lnTo>
                    <a:pt x="0" y="0"/>
                  </a:lnTo>
                  <a:lnTo>
                    <a:pt x="0" y="286049"/>
                  </a:lnTo>
                  <a:lnTo>
                    <a:pt x="504393" y="286049"/>
                  </a:lnTo>
                  <a:lnTo>
                    <a:pt x="504393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true" flipV="false" rot="0">
              <a:off x="10548645" y="2860666"/>
              <a:ext cx="504394" cy="286049"/>
            </a:xfrm>
            <a:custGeom>
              <a:avLst/>
              <a:gdLst/>
              <a:ahLst/>
              <a:cxnLst/>
              <a:rect r="r" b="b" t="t" l="l"/>
              <a:pathLst>
                <a:path h="286049" w="504394">
                  <a:moveTo>
                    <a:pt x="504394" y="0"/>
                  </a:moveTo>
                  <a:lnTo>
                    <a:pt x="0" y="0"/>
                  </a:lnTo>
                  <a:lnTo>
                    <a:pt x="0" y="286049"/>
                  </a:lnTo>
                  <a:lnTo>
                    <a:pt x="504394" y="286049"/>
                  </a:lnTo>
                  <a:lnTo>
                    <a:pt x="504394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true" flipV="false" rot="0">
              <a:off x="12355855" y="4026209"/>
              <a:ext cx="504394" cy="286049"/>
            </a:xfrm>
            <a:custGeom>
              <a:avLst/>
              <a:gdLst/>
              <a:ahLst/>
              <a:cxnLst/>
              <a:rect r="r" b="b" t="t" l="l"/>
              <a:pathLst>
                <a:path h="286049" w="504394">
                  <a:moveTo>
                    <a:pt x="504394" y="0"/>
                  </a:moveTo>
                  <a:lnTo>
                    <a:pt x="0" y="0"/>
                  </a:lnTo>
                  <a:lnTo>
                    <a:pt x="0" y="286049"/>
                  </a:lnTo>
                  <a:lnTo>
                    <a:pt x="504394" y="286049"/>
                  </a:lnTo>
                  <a:lnTo>
                    <a:pt x="504394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true" flipV="false" rot="0">
              <a:off x="3400539" y="4412137"/>
              <a:ext cx="504394" cy="286049"/>
            </a:xfrm>
            <a:custGeom>
              <a:avLst/>
              <a:gdLst/>
              <a:ahLst/>
              <a:cxnLst/>
              <a:rect r="r" b="b" t="t" l="l"/>
              <a:pathLst>
                <a:path h="286049" w="504394">
                  <a:moveTo>
                    <a:pt x="504394" y="0"/>
                  </a:moveTo>
                  <a:lnTo>
                    <a:pt x="0" y="0"/>
                  </a:lnTo>
                  <a:lnTo>
                    <a:pt x="0" y="286048"/>
                  </a:lnTo>
                  <a:lnTo>
                    <a:pt x="504394" y="286048"/>
                  </a:lnTo>
                  <a:lnTo>
                    <a:pt x="504394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true" flipV="false" rot="0">
              <a:off x="2503914" y="3662756"/>
              <a:ext cx="504394" cy="286049"/>
            </a:xfrm>
            <a:custGeom>
              <a:avLst/>
              <a:gdLst/>
              <a:ahLst/>
              <a:cxnLst/>
              <a:rect r="r" b="b" t="t" l="l"/>
              <a:pathLst>
                <a:path h="286049" w="504394">
                  <a:moveTo>
                    <a:pt x="504394" y="0"/>
                  </a:moveTo>
                  <a:lnTo>
                    <a:pt x="0" y="0"/>
                  </a:lnTo>
                  <a:lnTo>
                    <a:pt x="0" y="286048"/>
                  </a:lnTo>
                  <a:lnTo>
                    <a:pt x="504394" y="286048"/>
                  </a:lnTo>
                  <a:lnTo>
                    <a:pt x="504394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true" flipV="false" rot="0">
              <a:off x="1663586" y="3300413"/>
              <a:ext cx="504394" cy="286049"/>
            </a:xfrm>
            <a:custGeom>
              <a:avLst/>
              <a:gdLst/>
              <a:ahLst/>
              <a:cxnLst/>
              <a:rect r="r" b="b" t="t" l="l"/>
              <a:pathLst>
                <a:path h="286049" w="504394">
                  <a:moveTo>
                    <a:pt x="504394" y="0"/>
                  </a:moveTo>
                  <a:lnTo>
                    <a:pt x="0" y="0"/>
                  </a:lnTo>
                  <a:lnTo>
                    <a:pt x="0" y="286049"/>
                  </a:lnTo>
                  <a:lnTo>
                    <a:pt x="504394" y="286049"/>
                  </a:lnTo>
                  <a:lnTo>
                    <a:pt x="504394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836047" y="3718632"/>
            <a:ext cx="6337653" cy="3918782"/>
            <a:chOff x="0" y="0"/>
            <a:chExt cx="8450205" cy="522504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450205" cy="5225043"/>
            </a:xfrm>
            <a:custGeom>
              <a:avLst/>
              <a:gdLst/>
              <a:ahLst/>
              <a:cxnLst/>
              <a:rect r="r" b="b" t="t" l="l"/>
              <a:pathLst>
                <a:path h="5225043" w="8450205">
                  <a:moveTo>
                    <a:pt x="0" y="0"/>
                  </a:moveTo>
                  <a:lnTo>
                    <a:pt x="8450205" y="0"/>
                  </a:lnTo>
                  <a:lnTo>
                    <a:pt x="8450205" y="5225043"/>
                  </a:lnTo>
                  <a:lnTo>
                    <a:pt x="0" y="5225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true" flipV="false" rot="0">
              <a:off x="2899664" y="1322061"/>
              <a:ext cx="1325438" cy="1026263"/>
            </a:xfrm>
            <a:custGeom>
              <a:avLst/>
              <a:gdLst/>
              <a:ahLst/>
              <a:cxnLst/>
              <a:rect r="r" b="b" t="t" l="l"/>
              <a:pathLst>
                <a:path h="1026263" w="1325438">
                  <a:moveTo>
                    <a:pt x="1325438" y="0"/>
                  </a:moveTo>
                  <a:lnTo>
                    <a:pt x="0" y="0"/>
                  </a:lnTo>
                  <a:lnTo>
                    <a:pt x="0" y="1026263"/>
                  </a:lnTo>
                  <a:lnTo>
                    <a:pt x="1325438" y="1026263"/>
                  </a:lnTo>
                  <a:lnTo>
                    <a:pt x="1325438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4786915" y="1322061"/>
              <a:ext cx="1582978" cy="2065876"/>
            </a:xfrm>
            <a:custGeom>
              <a:avLst/>
              <a:gdLst/>
              <a:ahLst/>
              <a:cxnLst/>
              <a:rect r="r" b="b" t="t" l="l"/>
              <a:pathLst>
                <a:path h="2065876" w="1582978">
                  <a:moveTo>
                    <a:pt x="0" y="0"/>
                  </a:moveTo>
                  <a:lnTo>
                    <a:pt x="1582977" y="0"/>
                  </a:lnTo>
                  <a:lnTo>
                    <a:pt x="1582977" y="2065876"/>
                  </a:lnTo>
                  <a:lnTo>
                    <a:pt x="0" y="2065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804542" y="1275731"/>
            <a:ext cx="16678916" cy="1113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2"/>
              </a:lnSpc>
            </a:pPr>
            <a:r>
              <a:rPr lang="en-US" sz="4640" spc="-176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Are Pokémon with the highest total stats always the ones with the highest attack stat? Or do Pokémon tend to be balanced across all stats?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76974" y="445346"/>
            <a:ext cx="4734052" cy="5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5"/>
              </a:lnSpc>
            </a:pPr>
            <a:r>
              <a:rPr lang="en-US" sz="3495" spc="-132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Question 2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9048"/>
            <a:ext cx="18288000" cy="10325098"/>
            <a:chOff x="0" y="0"/>
            <a:chExt cx="24339017" cy="13741400"/>
          </a:xfrm>
        </p:grpSpPr>
        <p:sp>
          <p:nvSpPr>
            <p:cNvPr name="Freeform 3" id="3" descr="A blue and white pattern  Description automatically generated"/>
            <p:cNvSpPr/>
            <p:nvPr/>
          </p:nvSpPr>
          <p:spPr>
            <a:xfrm flipH="false" flipV="false" rot="0">
              <a:off x="0" y="0"/>
              <a:ext cx="24339042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339042">
                  <a:moveTo>
                    <a:pt x="0" y="0"/>
                  </a:moveTo>
                  <a:lnTo>
                    <a:pt x="24339042" y="0"/>
                  </a:lnTo>
                  <a:lnTo>
                    <a:pt x="24339042" y="13741400"/>
                  </a:lnTo>
                  <a:lnTo>
                    <a:pt x="0" y="13741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87991" y="10800759"/>
            <a:ext cx="11112008" cy="8238563"/>
            <a:chOff x="0" y="0"/>
            <a:chExt cx="14816010" cy="109847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816074" cy="10984738"/>
            </a:xfrm>
            <a:custGeom>
              <a:avLst/>
              <a:gdLst/>
              <a:ahLst/>
              <a:cxnLst/>
              <a:rect r="r" b="b" t="t" l="l"/>
              <a:pathLst>
                <a:path h="10984738" w="14816074">
                  <a:moveTo>
                    <a:pt x="0" y="0"/>
                  </a:moveTo>
                  <a:lnTo>
                    <a:pt x="14816074" y="0"/>
                  </a:lnTo>
                  <a:lnTo>
                    <a:pt x="14816074" y="10984738"/>
                  </a:lnTo>
                  <a:lnTo>
                    <a:pt x="0" y="10984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099455" y="11119123"/>
            <a:ext cx="10167947" cy="5019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69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Covers more than 70% of the Earth's surface, making it the largest ecosystem on our planet.</a:t>
            </a:r>
          </a:p>
          <a:p>
            <a:pPr algn="l">
              <a:lnSpc>
                <a:spcPts val="7700"/>
              </a:lnSpc>
            </a:pPr>
            <a:r>
              <a:rPr lang="en-US" sz="69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Some areas experiencing warm tropical waters and others enduring freezing temperatures in polar regions.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612863" y="2869568"/>
            <a:ext cx="10654539" cy="7161894"/>
            <a:chOff x="0" y="0"/>
            <a:chExt cx="14206052" cy="95491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206052" cy="9549192"/>
            </a:xfrm>
            <a:custGeom>
              <a:avLst/>
              <a:gdLst/>
              <a:ahLst/>
              <a:cxnLst/>
              <a:rect r="r" b="b" t="t" l="l"/>
              <a:pathLst>
                <a:path h="9549192" w="14206052">
                  <a:moveTo>
                    <a:pt x="0" y="0"/>
                  </a:moveTo>
                  <a:lnTo>
                    <a:pt x="14206052" y="0"/>
                  </a:lnTo>
                  <a:lnTo>
                    <a:pt x="14206052" y="9549192"/>
                  </a:lnTo>
                  <a:lnTo>
                    <a:pt x="0" y="9549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96" r="0" b="-1696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682170" y="5541965"/>
              <a:ext cx="4000161" cy="2250090"/>
            </a:xfrm>
            <a:custGeom>
              <a:avLst/>
              <a:gdLst/>
              <a:ahLst/>
              <a:cxnLst/>
              <a:rect r="r" b="b" t="t" l="l"/>
              <a:pathLst>
                <a:path h="2250090" w="4000161">
                  <a:moveTo>
                    <a:pt x="0" y="0"/>
                  </a:moveTo>
                  <a:lnTo>
                    <a:pt x="4000161" y="0"/>
                  </a:lnTo>
                  <a:lnTo>
                    <a:pt x="4000161" y="2250091"/>
                  </a:lnTo>
                  <a:lnTo>
                    <a:pt x="0" y="22500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235889" y="4636344"/>
              <a:ext cx="3824664" cy="3155712"/>
            </a:xfrm>
            <a:custGeom>
              <a:avLst/>
              <a:gdLst/>
              <a:ahLst/>
              <a:cxnLst/>
              <a:rect r="r" b="b" t="t" l="l"/>
              <a:pathLst>
                <a:path h="3155712" w="3824664">
                  <a:moveTo>
                    <a:pt x="0" y="0"/>
                  </a:moveTo>
                  <a:lnTo>
                    <a:pt x="3824664" y="0"/>
                  </a:lnTo>
                  <a:lnTo>
                    <a:pt x="3824664" y="3155712"/>
                  </a:lnTo>
                  <a:lnTo>
                    <a:pt x="0" y="3155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66600" y="1188690"/>
            <a:ext cx="16399406" cy="1555731"/>
            <a:chOff x="0" y="0"/>
            <a:chExt cx="4319185" cy="4097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19185" cy="409740"/>
            </a:xfrm>
            <a:custGeom>
              <a:avLst/>
              <a:gdLst/>
              <a:ahLst/>
              <a:cxnLst/>
              <a:rect r="r" b="b" t="t" l="l"/>
              <a:pathLst>
                <a:path h="409740" w="4319185">
                  <a:moveTo>
                    <a:pt x="24076" y="0"/>
                  </a:moveTo>
                  <a:lnTo>
                    <a:pt x="4295109" y="0"/>
                  </a:lnTo>
                  <a:cubicBezTo>
                    <a:pt x="4308406" y="0"/>
                    <a:pt x="4319185" y="10779"/>
                    <a:pt x="4319185" y="24076"/>
                  </a:cubicBezTo>
                  <a:lnTo>
                    <a:pt x="4319185" y="385663"/>
                  </a:lnTo>
                  <a:cubicBezTo>
                    <a:pt x="4319185" y="392049"/>
                    <a:pt x="4316649" y="398173"/>
                    <a:pt x="4312133" y="402688"/>
                  </a:cubicBezTo>
                  <a:cubicBezTo>
                    <a:pt x="4307618" y="407203"/>
                    <a:pt x="4301494" y="409740"/>
                    <a:pt x="4295109" y="409740"/>
                  </a:cubicBezTo>
                  <a:lnTo>
                    <a:pt x="24076" y="409740"/>
                  </a:lnTo>
                  <a:cubicBezTo>
                    <a:pt x="17691" y="409740"/>
                    <a:pt x="11567" y="407203"/>
                    <a:pt x="7052" y="402688"/>
                  </a:cubicBezTo>
                  <a:cubicBezTo>
                    <a:pt x="2537" y="398173"/>
                    <a:pt x="0" y="392049"/>
                    <a:pt x="0" y="385663"/>
                  </a:cubicBezTo>
                  <a:lnTo>
                    <a:pt x="0" y="24076"/>
                  </a:lnTo>
                  <a:cubicBezTo>
                    <a:pt x="0" y="17691"/>
                    <a:pt x="2537" y="11567"/>
                    <a:pt x="7052" y="7052"/>
                  </a:cubicBezTo>
                  <a:cubicBezTo>
                    <a:pt x="11567" y="2537"/>
                    <a:pt x="17691" y="0"/>
                    <a:pt x="24076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319185" cy="457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09204" y="1341703"/>
            <a:ext cx="16256802" cy="107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  <a:spcBef>
                <a:spcPct val="0"/>
              </a:spcBef>
            </a:pPr>
            <a:r>
              <a:rPr lang="en-US" sz="3917" spc="-148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Are legendary Pokémon actually superior to non-legendary Pokémon across all stats, or do they only dominate in certain areas? Where exactly does the "legendary advantage" show up?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16403" y="428121"/>
            <a:ext cx="4734052" cy="5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5"/>
              </a:lnSpc>
            </a:pPr>
            <a:r>
              <a:rPr lang="en-US" sz="3495" spc="-132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Question 3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9127369"/>
            <a:ext cx="18288000" cy="19414369"/>
            <a:chOff x="0" y="0"/>
            <a:chExt cx="24384000" cy="25885826"/>
          </a:xfrm>
        </p:grpSpPr>
        <p:sp>
          <p:nvSpPr>
            <p:cNvPr name="Freeform 3" id="3" descr="A video game screen with trees and a river  Description automatically generated"/>
            <p:cNvSpPr/>
            <p:nvPr/>
          </p:nvSpPr>
          <p:spPr>
            <a:xfrm flipH="false" flipV="false" rot="0">
              <a:off x="0" y="0"/>
              <a:ext cx="24384000" cy="25885775"/>
            </a:xfrm>
            <a:custGeom>
              <a:avLst/>
              <a:gdLst/>
              <a:ahLst/>
              <a:cxnLst/>
              <a:rect r="r" b="b" t="t" l="l"/>
              <a:pathLst>
                <a:path h="258857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885775"/>
                  </a:lnTo>
                  <a:lnTo>
                    <a:pt x="0" y="25885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24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308677" y="1628176"/>
            <a:ext cx="13670647" cy="8462781"/>
            <a:chOff x="0" y="0"/>
            <a:chExt cx="18227529" cy="112837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27529" cy="11283708"/>
            </a:xfrm>
            <a:custGeom>
              <a:avLst/>
              <a:gdLst/>
              <a:ahLst/>
              <a:cxnLst/>
              <a:rect r="r" b="b" t="t" l="l"/>
              <a:pathLst>
                <a:path h="11283708" w="18227529">
                  <a:moveTo>
                    <a:pt x="0" y="0"/>
                  </a:moveTo>
                  <a:lnTo>
                    <a:pt x="18227529" y="0"/>
                  </a:lnTo>
                  <a:lnTo>
                    <a:pt x="18227529" y="11283708"/>
                  </a:lnTo>
                  <a:lnTo>
                    <a:pt x="0" y="11283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754356">
              <a:off x="12718396" y="3503657"/>
              <a:ext cx="2730916" cy="1500446"/>
            </a:xfrm>
            <a:custGeom>
              <a:avLst/>
              <a:gdLst/>
              <a:ahLst/>
              <a:cxnLst/>
              <a:rect r="r" b="b" t="t" l="l"/>
              <a:pathLst>
                <a:path h="1500446" w="2730916">
                  <a:moveTo>
                    <a:pt x="0" y="0"/>
                  </a:moveTo>
                  <a:lnTo>
                    <a:pt x="2730916" y="0"/>
                  </a:lnTo>
                  <a:lnTo>
                    <a:pt x="2730916" y="1500446"/>
                  </a:lnTo>
                  <a:lnTo>
                    <a:pt x="0" y="1500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89" r="0" b="-1189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529146" y="1989690"/>
              <a:ext cx="5880473" cy="5017212"/>
            </a:xfrm>
            <a:custGeom>
              <a:avLst/>
              <a:gdLst/>
              <a:ahLst/>
              <a:cxnLst/>
              <a:rect r="r" b="b" t="t" l="l"/>
              <a:pathLst>
                <a:path h="5017212" w="5880473">
                  <a:moveTo>
                    <a:pt x="0" y="0"/>
                  </a:moveTo>
                  <a:lnTo>
                    <a:pt x="5880472" y="0"/>
                  </a:lnTo>
                  <a:lnTo>
                    <a:pt x="5880472" y="5017212"/>
                  </a:lnTo>
                  <a:lnTo>
                    <a:pt x="0" y="5017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56" r="0" b="-1056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27529" cy="11283708"/>
            </a:xfrm>
            <a:custGeom>
              <a:avLst/>
              <a:gdLst/>
              <a:ahLst/>
              <a:cxnLst/>
              <a:rect r="r" b="b" t="t" l="l"/>
              <a:pathLst>
                <a:path h="11283708" w="18227529">
                  <a:moveTo>
                    <a:pt x="0" y="0"/>
                  </a:moveTo>
                  <a:lnTo>
                    <a:pt x="18227529" y="0"/>
                  </a:lnTo>
                  <a:lnTo>
                    <a:pt x="18227529" y="11283708"/>
                  </a:lnTo>
                  <a:lnTo>
                    <a:pt x="0" y="11283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465737" y="1108693"/>
            <a:ext cx="13356527" cy="8982264"/>
          </a:xfrm>
          <a:custGeom>
            <a:avLst/>
            <a:gdLst/>
            <a:ahLst/>
            <a:cxnLst/>
            <a:rect r="r" b="b" t="t" l="l"/>
            <a:pathLst>
              <a:path h="8982264" w="13356527">
                <a:moveTo>
                  <a:pt x="0" y="0"/>
                </a:moveTo>
                <a:lnTo>
                  <a:pt x="13356526" y="0"/>
                </a:lnTo>
                <a:lnTo>
                  <a:pt x="13356526" y="8982264"/>
                </a:lnTo>
                <a:lnTo>
                  <a:pt x="0" y="89822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19050" cap="rnd">
            <a:solidFill>
              <a:srgbClr val="E9E9E9"/>
            </a:solidFill>
            <a:prstDash val="solid"/>
            <a:round/>
          </a:ln>
        </p:spPr>
      </p:sp>
      <p:sp>
        <p:nvSpPr>
          <p:cNvPr name="TextBox 10" id="10"/>
          <p:cNvSpPr txBox="true"/>
          <p:nvPr/>
        </p:nvSpPr>
        <p:spPr>
          <a:xfrm rot="0">
            <a:off x="5506688" y="608390"/>
            <a:ext cx="7274623" cy="5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5"/>
              </a:lnSpc>
            </a:pPr>
            <a:r>
              <a:rPr lang="en-US" sz="3495" spc="-132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Question 3 cont.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A video game screen with buildings and trees  Description automatically generate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64399" y="2755144"/>
            <a:ext cx="1990401" cy="1741608"/>
            <a:chOff x="0" y="0"/>
            <a:chExt cx="2653868" cy="2322144"/>
          </a:xfrm>
        </p:grpSpPr>
        <p:sp>
          <p:nvSpPr>
            <p:cNvPr name="Freeform 5" id="5" descr="A pixel art of a building  Description automatically generated"/>
            <p:cNvSpPr/>
            <p:nvPr/>
          </p:nvSpPr>
          <p:spPr>
            <a:xfrm flipH="false" flipV="false" rot="0">
              <a:off x="0" y="0"/>
              <a:ext cx="2653919" cy="2322195"/>
            </a:xfrm>
            <a:custGeom>
              <a:avLst/>
              <a:gdLst/>
              <a:ahLst/>
              <a:cxnLst/>
              <a:rect r="r" b="b" t="t" l="l"/>
              <a:pathLst>
                <a:path h="2322195" w="2653919">
                  <a:moveTo>
                    <a:pt x="0" y="0"/>
                  </a:moveTo>
                  <a:lnTo>
                    <a:pt x="2653919" y="0"/>
                  </a:lnTo>
                  <a:lnTo>
                    <a:pt x="2653919" y="2322195"/>
                  </a:lnTo>
                  <a:lnTo>
                    <a:pt x="0" y="2322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30553" y="6665557"/>
            <a:ext cx="3964048" cy="1943729"/>
            <a:chOff x="0" y="0"/>
            <a:chExt cx="5285397" cy="2591638"/>
          </a:xfrm>
        </p:grpSpPr>
        <p:sp>
          <p:nvSpPr>
            <p:cNvPr name="Freeform 7" id="7" descr="A pixel art of a building  Description automatically generated"/>
            <p:cNvSpPr/>
            <p:nvPr/>
          </p:nvSpPr>
          <p:spPr>
            <a:xfrm flipH="false" flipV="false" rot="0">
              <a:off x="0" y="0"/>
              <a:ext cx="5285359" cy="2591689"/>
            </a:xfrm>
            <a:custGeom>
              <a:avLst/>
              <a:gdLst/>
              <a:ahLst/>
              <a:cxnLst/>
              <a:rect r="r" b="b" t="t" l="l"/>
              <a:pathLst>
                <a:path h="2591689" w="5285359">
                  <a:moveTo>
                    <a:pt x="0" y="0"/>
                  </a:moveTo>
                  <a:lnTo>
                    <a:pt x="5285359" y="0"/>
                  </a:lnTo>
                  <a:lnTo>
                    <a:pt x="5285359" y="2591689"/>
                  </a:lnTo>
                  <a:lnTo>
                    <a:pt x="0" y="2591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2" r="0" b="-7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4802" y="1726035"/>
            <a:ext cx="3513801" cy="4077157"/>
            <a:chOff x="0" y="0"/>
            <a:chExt cx="4685068" cy="5436210"/>
          </a:xfrm>
        </p:grpSpPr>
        <p:sp>
          <p:nvSpPr>
            <p:cNvPr name="Freeform 9" id="9" descr="A pixel art of a building  Description automatically generated"/>
            <p:cNvSpPr/>
            <p:nvPr/>
          </p:nvSpPr>
          <p:spPr>
            <a:xfrm flipH="false" flipV="false" rot="0">
              <a:off x="0" y="0"/>
              <a:ext cx="4685030" cy="5436235"/>
            </a:xfrm>
            <a:custGeom>
              <a:avLst/>
              <a:gdLst/>
              <a:ahLst/>
              <a:cxnLst/>
              <a:rect r="r" b="b" t="t" l="l"/>
              <a:pathLst>
                <a:path h="5436235" w="4685030">
                  <a:moveTo>
                    <a:pt x="0" y="0"/>
                  </a:moveTo>
                  <a:lnTo>
                    <a:pt x="4685030" y="0"/>
                  </a:lnTo>
                  <a:lnTo>
                    <a:pt x="4685030" y="5436235"/>
                  </a:lnTo>
                  <a:lnTo>
                    <a:pt x="0" y="5436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9" r="0" b="-3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93663" y="4446346"/>
            <a:ext cx="1349997" cy="1349997"/>
            <a:chOff x="0" y="0"/>
            <a:chExt cx="1799996" cy="1799996"/>
          </a:xfrm>
        </p:grpSpPr>
        <p:sp>
          <p:nvSpPr>
            <p:cNvPr name="Freeform 11" id="11" descr="A pixelated image of a purple monster  Description automatically generated"/>
            <p:cNvSpPr/>
            <p:nvPr/>
          </p:nvSpPr>
          <p:spPr>
            <a:xfrm flipH="false" flipV="false" rot="0">
              <a:off x="0" y="0"/>
              <a:ext cx="1799971" cy="1799971"/>
            </a:xfrm>
            <a:custGeom>
              <a:avLst/>
              <a:gdLst/>
              <a:ahLst/>
              <a:cxnLst/>
              <a:rect r="r" b="b" t="t" l="l"/>
              <a:pathLst>
                <a:path h="1799971" w="1799971">
                  <a:moveTo>
                    <a:pt x="0" y="0"/>
                  </a:moveTo>
                  <a:lnTo>
                    <a:pt x="1799971" y="0"/>
                  </a:lnTo>
                  <a:lnTo>
                    <a:pt x="1799971" y="1799971"/>
                  </a:lnTo>
                  <a:lnTo>
                    <a:pt x="0" y="1799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936699" y="5796344"/>
            <a:ext cx="1349997" cy="1349997"/>
            <a:chOff x="0" y="0"/>
            <a:chExt cx="1799996" cy="1799996"/>
          </a:xfrm>
        </p:grpSpPr>
        <p:sp>
          <p:nvSpPr>
            <p:cNvPr name="Freeform 13" id="13" descr="A pixelated image of a bird  Description automatically generated"/>
            <p:cNvSpPr/>
            <p:nvPr/>
          </p:nvSpPr>
          <p:spPr>
            <a:xfrm flipH="false" flipV="false" rot="0">
              <a:off x="0" y="0"/>
              <a:ext cx="1799971" cy="1799971"/>
            </a:xfrm>
            <a:custGeom>
              <a:avLst/>
              <a:gdLst/>
              <a:ahLst/>
              <a:cxnLst/>
              <a:rect r="r" b="b" t="t" l="l"/>
              <a:pathLst>
                <a:path h="1799971" w="1799971">
                  <a:moveTo>
                    <a:pt x="0" y="0"/>
                  </a:moveTo>
                  <a:lnTo>
                    <a:pt x="1799971" y="0"/>
                  </a:lnTo>
                  <a:lnTo>
                    <a:pt x="1799971" y="1799971"/>
                  </a:lnTo>
                  <a:lnTo>
                    <a:pt x="0" y="1799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" b="-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101832" y="6471342"/>
            <a:ext cx="1349997" cy="1349997"/>
            <a:chOff x="0" y="0"/>
            <a:chExt cx="1799996" cy="1799996"/>
          </a:xfrm>
        </p:grpSpPr>
        <p:sp>
          <p:nvSpPr>
            <p:cNvPr name="Freeform 15" id="15" descr="A pixelated bird in a black background  Description automatically generated"/>
            <p:cNvSpPr/>
            <p:nvPr/>
          </p:nvSpPr>
          <p:spPr>
            <a:xfrm flipH="false" flipV="false" rot="0">
              <a:off x="0" y="0"/>
              <a:ext cx="1799971" cy="1799971"/>
            </a:xfrm>
            <a:custGeom>
              <a:avLst/>
              <a:gdLst/>
              <a:ahLst/>
              <a:cxnLst/>
              <a:rect r="r" b="b" t="t" l="l"/>
              <a:pathLst>
                <a:path h="1799971" w="1799971">
                  <a:moveTo>
                    <a:pt x="0" y="0"/>
                  </a:moveTo>
                  <a:lnTo>
                    <a:pt x="1799971" y="0"/>
                  </a:lnTo>
                  <a:lnTo>
                    <a:pt x="1799971" y="1799971"/>
                  </a:lnTo>
                  <a:lnTo>
                    <a:pt x="0" y="1799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-1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2295142" y="3241030"/>
            <a:ext cx="13697717" cy="6472171"/>
          </a:xfrm>
          <a:custGeom>
            <a:avLst/>
            <a:gdLst/>
            <a:ahLst/>
            <a:cxnLst/>
            <a:rect r="r" b="b" t="t" l="l"/>
            <a:pathLst>
              <a:path h="6472171" w="13697717">
                <a:moveTo>
                  <a:pt x="0" y="0"/>
                </a:moveTo>
                <a:lnTo>
                  <a:pt x="13697716" y="0"/>
                </a:lnTo>
                <a:lnTo>
                  <a:pt x="13697716" y="6472171"/>
                </a:lnTo>
                <a:lnTo>
                  <a:pt x="0" y="64721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319808" y="2209654"/>
            <a:ext cx="9864154" cy="522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7"/>
              </a:lnSpc>
            </a:pPr>
            <a:r>
              <a:rPr lang="en-US" sz="3695" spc="-14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&amp; Further Research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64946" y="1057764"/>
            <a:ext cx="9773766" cy="111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80"/>
              </a:lnSpc>
              <a:spcBef>
                <a:spcPct val="0"/>
              </a:spcBef>
            </a:pPr>
            <a:r>
              <a:rPr lang="en-US" sz="8000" spc="-304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Conclusion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89216" y="4233575"/>
            <a:ext cx="12525338" cy="4523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0522" indent="-455261" lvl="1">
              <a:lnSpc>
                <a:spcPts val="4470"/>
              </a:lnSpc>
              <a:buFont typeface="Arial"/>
              <a:buChar char="•"/>
            </a:pPr>
            <a:r>
              <a:rPr lang="en-US" sz="4217" spc="-160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Generations are balanced over time</a:t>
            </a:r>
          </a:p>
          <a:p>
            <a:pPr algn="l" marL="910522" indent="-455261" lvl="1">
              <a:lnSpc>
                <a:spcPts val="4470"/>
              </a:lnSpc>
              <a:buFont typeface="Arial"/>
              <a:buChar char="•"/>
            </a:pPr>
            <a:r>
              <a:rPr lang="en-US" sz="4217" spc="-160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Pokemon with the highest attack stat do tend to have a higher stat overall</a:t>
            </a:r>
          </a:p>
          <a:p>
            <a:pPr algn="l" marL="910522" indent="-455261" lvl="1">
              <a:lnSpc>
                <a:spcPts val="4470"/>
              </a:lnSpc>
              <a:buFont typeface="Arial"/>
              <a:buChar char="•"/>
            </a:pPr>
            <a:r>
              <a:rPr lang="en-US" sz="4217" spc="-160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There is a difference between the average total stat of a legendary Pokemon and non-legendary Pokemon, however the differences are not always vast</a:t>
            </a:r>
          </a:p>
          <a:p>
            <a:pPr algn="l">
              <a:lnSpc>
                <a:spcPts val="4470"/>
              </a:lnSpc>
            </a:pPr>
          </a:p>
          <a:p>
            <a:pPr algn="l">
              <a:lnSpc>
                <a:spcPts val="4470"/>
              </a:lnSpc>
            </a:pPr>
            <a:r>
              <a:rPr lang="en-US" sz="4217" spc="-160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Data Link: https://www.kaggle.com/datasets/abcsds/pokemon 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154150"/>
            <a:chOff x="0" y="0"/>
            <a:chExt cx="24384000" cy="18872200"/>
          </a:xfrm>
        </p:grpSpPr>
        <p:sp>
          <p:nvSpPr>
            <p:cNvPr name="Freeform 3" id="3" descr="A video game screen shot of a game  Description automatically generated"/>
            <p:cNvSpPr/>
            <p:nvPr/>
          </p:nvSpPr>
          <p:spPr>
            <a:xfrm flipH="false" flipV="false" rot="0">
              <a:off x="0" y="0"/>
              <a:ext cx="24384000" cy="18872200"/>
            </a:xfrm>
            <a:custGeom>
              <a:avLst/>
              <a:gdLst/>
              <a:ahLst/>
              <a:cxnLst/>
              <a:rect r="r" b="b" t="t" l="l"/>
              <a:pathLst>
                <a:path h="18872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872200"/>
                  </a:lnTo>
                  <a:lnTo>
                    <a:pt x="0" y="1887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06876" y="6396487"/>
            <a:ext cx="3387476" cy="3627819"/>
          </a:xfrm>
          <a:custGeom>
            <a:avLst/>
            <a:gdLst/>
            <a:ahLst/>
            <a:cxnLst/>
            <a:rect r="r" b="b" t="t" l="l"/>
            <a:pathLst>
              <a:path h="3627819" w="3387476">
                <a:moveTo>
                  <a:pt x="0" y="0"/>
                </a:moveTo>
                <a:lnTo>
                  <a:pt x="3387475" y="0"/>
                </a:lnTo>
                <a:lnTo>
                  <a:pt x="3387475" y="3627819"/>
                </a:lnTo>
                <a:lnTo>
                  <a:pt x="0" y="3627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23064" y="1200087"/>
            <a:ext cx="2174567" cy="2405615"/>
          </a:xfrm>
          <a:custGeom>
            <a:avLst/>
            <a:gdLst/>
            <a:ahLst/>
            <a:cxnLst/>
            <a:rect r="r" b="b" t="t" l="l"/>
            <a:pathLst>
              <a:path h="2405615" w="2174567">
                <a:moveTo>
                  <a:pt x="0" y="0"/>
                </a:moveTo>
                <a:lnTo>
                  <a:pt x="2174567" y="0"/>
                </a:lnTo>
                <a:lnTo>
                  <a:pt x="2174567" y="2405614"/>
                </a:lnTo>
                <a:lnTo>
                  <a:pt x="0" y="2405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55430" y="6468070"/>
            <a:ext cx="720647" cy="720647"/>
          </a:xfrm>
          <a:custGeom>
            <a:avLst/>
            <a:gdLst/>
            <a:ahLst/>
            <a:cxnLst/>
            <a:rect r="r" b="b" t="t" l="l"/>
            <a:pathLst>
              <a:path h="720647" w="720647">
                <a:moveTo>
                  <a:pt x="0" y="0"/>
                </a:moveTo>
                <a:lnTo>
                  <a:pt x="720647" y="0"/>
                </a:lnTo>
                <a:lnTo>
                  <a:pt x="720647" y="720647"/>
                </a:lnTo>
                <a:lnTo>
                  <a:pt x="0" y="7206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16744">
            <a:off x="14417936" y="6958966"/>
            <a:ext cx="3128575" cy="2502860"/>
          </a:xfrm>
          <a:custGeom>
            <a:avLst/>
            <a:gdLst/>
            <a:ahLst/>
            <a:cxnLst/>
            <a:rect r="r" b="b" t="t" l="l"/>
            <a:pathLst>
              <a:path h="2502860" w="3128575">
                <a:moveTo>
                  <a:pt x="0" y="0"/>
                </a:moveTo>
                <a:lnTo>
                  <a:pt x="3128575" y="0"/>
                </a:lnTo>
                <a:lnTo>
                  <a:pt x="3128575" y="2502861"/>
                </a:lnTo>
                <a:lnTo>
                  <a:pt x="0" y="25028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28131" y="4077885"/>
            <a:ext cx="12831738" cy="144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7"/>
              </a:lnSpc>
              <a:spcBef>
                <a:spcPct val="0"/>
              </a:spcBef>
            </a:pPr>
            <a:r>
              <a:rPr lang="en-US" sz="10299" spc="-195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Thank You!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075853" y="2121865"/>
            <a:ext cx="1927444" cy="1927444"/>
          </a:xfrm>
          <a:custGeom>
            <a:avLst/>
            <a:gdLst/>
            <a:ahLst/>
            <a:cxnLst/>
            <a:rect r="r" b="b" t="t" l="l"/>
            <a:pathLst>
              <a:path h="1927444" w="1927444">
                <a:moveTo>
                  <a:pt x="0" y="0"/>
                </a:moveTo>
                <a:lnTo>
                  <a:pt x="1927445" y="0"/>
                </a:lnTo>
                <a:lnTo>
                  <a:pt x="1927445" y="1927445"/>
                </a:lnTo>
                <a:lnTo>
                  <a:pt x="0" y="19274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11923" y="5738341"/>
            <a:ext cx="9864154" cy="84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5"/>
              </a:lnSpc>
            </a:pPr>
            <a:r>
              <a:rPr lang="en-US" sz="5995" spc="-227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Questions?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DAHB-W0mzV8</dc:identifier>
  <dcterms:modified xsi:type="dcterms:W3CDTF">2011-08-01T06:04:30Z</dcterms:modified>
  <cp:revision>1</cp:revision>
  <dc:title>Pokemon Data Science Midterm</dc:title>
</cp:coreProperties>
</file>